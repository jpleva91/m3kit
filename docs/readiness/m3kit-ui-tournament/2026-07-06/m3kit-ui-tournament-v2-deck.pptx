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1: m3kit UI Tournament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2: The contract narrowed the field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3: Shared source packet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4: Candidate slate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5: Runtime roster was evidence-first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6: Scoring rubric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7: Winner: Data Table Column 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8: Why it wins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9: Ranking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10: Recommended Spec Kit feature pack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537960"/>
            <a:ext cx="11704320" cy="182880"/>
          </a:xfrm>
          <a:prstGeom prst="rect">
            <a:avLst/>
          </a:prstGeom>
          <a:noFill/>
        </p:spPr>
        <p:txBody>
          <a:bodyPr wrap="none" lIns="18288" rIns="18288" tIns="18288" anchor="t">
            <a:spAutoFit/>
          </a:bodyPr>
          <a:lstStyle/>
          <a:p>
            <a:pPr algn="l"/>
            <a:r>
              <a:rPr sz="100" b="0">
                <a:solidFill>
                  <a:srgbClr val="F6F1E8"/>
                </a:solidFill>
                <a:latin typeface="Aptos"/>
              </a:rPr>
              <a:t>Slide 11: Evidence and caveats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